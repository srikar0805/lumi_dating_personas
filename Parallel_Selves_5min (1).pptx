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508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548640"/>
            <a:ext cx="2926080" cy="2926080"/>
          </a:xfrm>
          <a:prstGeom prst="ellipse">
            <a:avLst/>
          </a:prstGeom>
          <a:solidFill>
            <a:srgbClr val="6D2E46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1463040"/>
            <a:ext cx="2926080" cy="2926080"/>
          </a:xfrm>
          <a:prstGeom prst="ellipse">
            <a:avLst/>
          </a:prstGeom>
          <a:solidFill>
            <a:srgbClr val="E8A87C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1005840"/>
            <a:ext cx="1828800" cy="1828800"/>
          </a:xfrm>
          <a:prstGeom prst="ellipse">
            <a:avLst/>
          </a:prstGeom>
          <a:solidFill>
            <a:srgbClr val="C38D9E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II  ·  FINAL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Selves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D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persona-to-persona social matching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78992" cy="347472"/>
          </a:xfrm>
          <a:prstGeom prst="roundRect">
            <a:avLst>
              <a:gd name="adj" fmla="val 47368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E8A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Stack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56232" y="3337560"/>
            <a:ext cx="1078992" cy="347472"/>
          </a:xfrm>
          <a:prstGeom prst="roundRect">
            <a:avLst>
              <a:gd name="adj" fmla="val 47368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E8A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56232" y="33375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72384" y="3337560"/>
            <a:ext cx="621792" cy="347472"/>
          </a:xfrm>
          <a:prstGeom prst="roundRect">
            <a:avLst>
              <a:gd name="adj" fmla="val 47368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E8A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72384" y="3337560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097280" cy="0"/>
          </a:xfrm>
          <a:prstGeom prst="line">
            <a:avLst/>
          </a:prstGeom>
          <a:noFill/>
          <a:ln w="25400">
            <a:solidFill>
              <a:srgbClr val="E8A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Srikar Kolli  ·  Dhanya Boyapally  ·  Krishna Karra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B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  ·  EECS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people through their personas — not their profiles.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97480" cy="2788920"/>
          </a:xfrm>
          <a:prstGeom prst="rect">
            <a:avLst/>
          </a:prstGeom>
          <a:solidFill>
            <a:srgbClr val="F7F3EF"/>
          </a:solidFill>
          <a:ln w="9525">
            <a:solidFill>
              <a:srgbClr val="E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9144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selves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creates several personas — different moods, traits, and goals (friend, mentor, collaborator, romantic, ...).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508760"/>
            <a:ext cx="2697480" cy="2788920"/>
          </a:xfrm>
          <a:prstGeom prst="rect">
            <a:avLst/>
          </a:prstGeom>
          <a:solidFill>
            <a:srgbClr val="F7F3EF"/>
          </a:solidFill>
          <a:ln w="9525">
            <a:solidFill>
              <a:srgbClr val="E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9272" y="1508760"/>
            <a:ext cx="2697480" cy="91440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7872" y="1737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47872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Persona-to-persona matching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47872" y="2788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scoring engine compares every persona pair — built on Jaccard similarity over traits and interests, plus goal and mood alignment.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508760"/>
            <a:ext cx="2697480" cy="2788920"/>
          </a:xfrm>
          <a:prstGeom prst="rect">
            <a:avLst/>
          </a:prstGeom>
          <a:solidFill>
            <a:srgbClr val="F7F3EF"/>
          </a:solidFill>
          <a:ln w="9525">
            <a:solidFill>
              <a:srgbClr val="E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508760"/>
            <a:ext cx="2697480" cy="91440"/>
          </a:xfrm>
          <a:prstGeom prst="rect">
            <a:avLst/>
          </a:prstGeom>
          <a:solidFill>
            <a:srgbClr val="E8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9944" y="1737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9944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AI-narrated compatibility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9944" y="2788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generates a 3–4 sentence narrative explaining what aligns, where friction sits, and what dynamic to expect.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Selves  ·  Kolli · Boyapally · Karra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MEAN stack with an AI service layer.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00584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27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Angular 17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+ BehaviorSubjects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interceptor + auth guard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force graph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Theming (light/dark + 4 accents)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1417320"/>
            <a:ext cx="26974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697480" cy="1005840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7872" y="1527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47872" y="1828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 + Express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7872" y="256032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routes (auth/personas/matches/ai)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middleware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 (utils/matching.js)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client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Persona-version snapshots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417320"/>
            <a:ext cx="26974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697480" cy="1005840"/>
          </a:xfrm>
          <a:prstGeom prst="rect">
            <a:avLst/>
          </a:prstGeom>
          <a:solidFill>
            <a:srgbClr val="E8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9944" y="1527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9944" y="1828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+ Mistral-7B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9944" y="256032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models: User, Persona, Match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+ PersonaVersion collections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Mistral-7B-Instruct via HF API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AI reports per pair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match recompute endpoint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63824" y="28117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5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25896" y="28117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5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Selves  ·  Kolli · Boyapally · Karra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model &amp; matching score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Set-overlap on traits and interests, plus alignment on goal and mood.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46120"/>
          </a:xfrm>
          <a:prstGeom prst="rect">
            <a:avLst/>
          </a:prstGeom>
          <a:solidFill>
            <a:srgbClr val="F7F3EF"/>
          </a:solidFill>
          <a:ln w="9525">
            <a:solidFill>
              <a:srgbClr val="E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324612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81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document  ·  auto-versioned on update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bio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40280" y="22860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633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traits[]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0280" y="26334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["curious", "introverted"]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9809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interests[]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40280" y="29809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["jazz", "hiking"]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28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connectionGoal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332841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 · friend · mentor · collaborator · …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moodTag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40280" y="36758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mood label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currentVersion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40280" y="40233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auto-incremented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23360" cy="3246120"/>
          </a:xfrm>
          <a:prstGeom prst="rect">
            <a:avLst/>
          </a:prstGeom>
          <a:solidFill>
            <a:srgbClr val="1F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1581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Compatibility score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B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on every persona create / update.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233172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Jaccard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48856" y="233172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551176"/>
            <a:ext cx="3474720" cy="82296"/>
          </a:xfrm>
          <a:prstGeom prst="rect">
            <a:avLst/>
          </a:prstGeom>
          <a:solidFill>
            <a:srgbClr val="3D36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37760" y="2551176"/>
            <a:ext cx="3474720" cy="82296"/>
          </a:xfrm>
          <a:prstGeom prst="rect">
            <a:avLst/>
          </a:prstGeom>
          <a:solidFill>
            <a:srgbClr val="E8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2752344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Jaccard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48856" y="2752344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38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971800"/>
            <a:ext cx="3474720" cy="82296"/>
          </a:xfrm>
          <a:prstGeom prst="rect">
            <a:avLst/>
          </a:prstGeom>
          <a:solidFill>
            <a:srgbClr val="3D36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37760" y="2971800"/>
            <a:ext cx="3474720" cy="82296"/>
          </a:xfrm>
          <a:prstGeom prst="rect">
            <a:avLst/>
          </a:prstGeom>
          <a:solidFill>
            <a:srgbClr val="C38D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317296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alignment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48856" y="3172968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3392424"/>
            <a:ext cx="3474720" cy="82296"/>
          </a:xfrm>
          <a:prstGeom prst="rect">
            <a:avLst/>
          </a:prstGeom>
          <a:solidFill>
            <a:srgbClr val="3D36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37760" y="3392424"/>
            <a:ext cx="1489166" cy="82296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359359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alignment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48856" y="3593592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813048"/>
            <a:ext cx="3474720" cy="82296"/>
          </a:xfrm>
          <a:prstGeom prst="rect">
            <a:avLst/>
          </a:prstGeom>
          <a:solidFill>
            <a:srgbClr val="3D36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937760" y="3813048"/>
            <a:ext cx="1489166" cy="82296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3776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0.35·trait + 0.35·interest + 0.15·goal + 0.15·mood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Selves  ·  Kolli · Boyapally · Karra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compatibility narrative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Mistral-7B-Instruct turns a numeric score into a human explanation.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7F3EF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pair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traits, interests,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mood, score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34640" y="19659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5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7F3EF"/>
          </a:solidFill>
          <a:ln w="19050">
            <a:solidFill>
              <a:srgbClr val="E8A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1755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Mistral-7B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22128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API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15000" y="19659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5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7F3EF"/>
          </a:solidFill>
          <a:ln w="1905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755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22128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sentences,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in Match doc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1417320"/>
          </a:xfrm>
          <a:prstGeom prst="rect">
            <a:avLst/>
          </a:prstGeom>
          <a:solidFill>
            <a:srgbClr val="1F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383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3657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“Both personas share an introspective, creative streak — their overlap on jazz and late-night writing suggests an easy rapport. Friction may emerge around pace: one prefers spontaneity, the other steady ritual. Expect a slow-burn collaborator dynamic rather than a fast spark.”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Selves  ·  Kolli · Boyapally · Karra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pieces of the UX that tie the system together.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331720" cy="1691640"/>
          </a:xfrm>
          <a:prstGeom prst="rect">
            <a:avLst/>
          </a:prstGeom>
          <a:solidFill>
            <a:srgbClr val="F7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H="1" flipV="1">
            <a:off x="1028700" y="2034540"/>
            <a:ext cx="777240" cy="365760"/>
          </a:xfrm>
          <a:prstGeom prst="line">
            <a:avLst/>
          </a:prstGeom>
          <a:noFill/>
          <a:ln w="15240">
            <a:solidFill>
              <a:srgbClr val="A2676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1805940" y="1943100"/>
            <a:ext cx="640080" cy="457200"/>
          </a:xfrm>
          <a:prstGeom prst="line">
            <a:avLst/>
          </a:prstGeom>
          <a:noFill/>
          <a:ln w="15240">
            <a:solidFill>
              <a:srgbClr val="A2676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1303020" y="2400300"/>
            <a:ext cx="502920" cy="548640"/>
          </a:xfrm>
          <a:prstGeom prst="line">
            <a:avLst/>
          </a:prstGeom>
          <a:noFill/>
          <a:ln w="15240">
            <a:solidFill>
              <a:srgbClr val="A2676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05940" y="2400300"/>
            <a:ext cx="502920" cy="457200"/>
          </a:xfrm>
          <a:prstGeom prst="line">
            <a:avLst/>
          </a:prstGeom>
          <a:noFill/>
          <a:ln w="15240">
            <a:solidFill>
              <a:srgbClr val="A2676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05940" y="2400300"/>
            <a:ext cx="868680" cy="137160"/>
          </a:xfrm>
          <a:prstGeom prst="line">
            <a:avLst/>
          </a:prstGeom>
          <a:noFill/>
          <a:ln w="15240">
            <a:solidFill>
              <a:srgbClr val="A2676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>
            <a:off x="937260" y="2400300"/>
            <a:ext cx="868680" cy="137160"/>
          </a:xfrm>
          <a:prstGeom prst="line">
            <a:avLst/>
          </a:prstGeom>
          <a:noFill/>
          <a:ln w="15240">
            <a:solidFill>
              <a:srgbClr val="A2676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46404" y="1952244"/>
            <a:ext cx="164592" cy="164592"/>
          </a:xfrm>
          <a:prstGeom prst="ellipse">
            <a:avLst/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72868" y="1869948"/>
            <a:ext cx="146304" cy="146304"/>
          </a:xfrm>
          <a:prstGeom prst="ellipse">
            <a:avLst/>
          </a:prstGeom>
          <a:solidFill>
            <a:srgbClr val="E8A87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39012" y="2884932"/>
            <a:ext cx="128016" cy="128016"/>
          </a:xfrm>
          <a:prstGeom prst="ellipse">
            <a:avLst/>
          </a:prstGeom>
          <a:solidFill>
            <a:srgbClr val="A2676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17420" y="2766060"/>
            <a:ext cx="182880" cy="182880"/>
          </a:xfrm>
          <a:prstGeom prst="ellipse">
            <a:avLst/>
          </a:prstGeom>
          <a:solidFill>
            <a:srgbClr val="C38D9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05356" y="2299716"/>
            <a:ext cx="201168" cy="201168"/>
          </a:xfrm>
          <a:prstGeom prst="ellipse">
            <a:avLst/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15184" y="2478024"/>
            <a:ext cx="118872" cy="118872"/>
          </a:xfrm>
          <a:prstGeom prst="ellipse">
            <a:avLst/>
          </a:prstGeom>
          <a:solidFill>
            <a:srgbClr val="A2676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7824" y="2478024"/>
            <a:ext cx="118872" cy="118872"/>
          </a:xfrm>
          <a:prstGeom prst="ellipse">
            <a:avLst/>
          </a:prstGeom>
          <a:solidFill>
            <a:srgbClr val="E8A87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4107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Compatibility graph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776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force simulation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087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persona is a node; every match an edge. Edge thickness scales with compatibility — strong matches pull nodes closer.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9272" y="1417320"/>
            <a:ext cx="26974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502152" y="1600200"/>
            <a:ext cx="2331720" cy="1691640"/>
          </a:xfrm>
          <a:prstGeom prst="rect">
            <a:avLst/>
          </a:prstGeom>
          <a:solidFill>
            <a:srgbClr val="F7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073652" y="201168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E5DE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82212" y="192024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A2676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90772" y="182880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90772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890772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9292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A52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90972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502152" y="34107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Swipe to connect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02152" y="3776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Tinder-style ranked feed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02152" y="4087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ranked by score + proximity. Drag, click, or arrow keys. Mutual like fires an “It's a match!” toast.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81344" y="1417320"/>
            <a:ext cx="26974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ED6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64224" y="1600200"/>
            <a:ext cx="2331720" cy="1691640"/>
          </a:xfrm>
          <a:prstGeom prst="rect">
            <a:avLst/>
          </a:prstGeom>
          <a:solidFill>
            <a:srgbClr val="F7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47104" y="2788920"/>
            <a:ext cx="1965960" cy="0"/>
          </a:xfrm>
          <a:prstGeom prst="line">
            <a:avLst/>
          </a:prstGeom>
          <a:noFill/>
          <a:ln w="19050">
            <a:solidFill>
              <a:srgbClr val="5A52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55664" y="2697480"/>
            <a:ext cx="182880" cy="182880"/>
          </a:xfrm>
          <a:prstGeom prst="ellipse">
            <a:avLst/>
          </a:prstGeom>
          <a:solidFill>
            <a:srgbClr val="E8A87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10984" y="2697480"/>
            <a:ext cx="182880" cy="182880"/>
          </a:xfrm>
          <a:prstGeom prst="ellipse">
            <a:avLst/>
          </a:prstGeom>
          <a:solidFill>
            <a:srgbClr val="E8A87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66304" y="2697480"/>
            <a:ext cx="182880" cy="182880"/>
          </a:xfrm>
          <a:prstGeom prst="ellipse">
            <a:avLst/>
          </a:prstGeom>
          <a:solidFill>
            <a:srgbClr val="E8A87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421624" y="2697480"/>
            <a:ext cx="182880" cy="182880"/>
          </a:xfrm>
          <a:prstGeom prst="ellipse">
            <a:avLst/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47104" y="1783080"/>
            <a:ext cx="8915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47104" y="1856232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92824" y="2130552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· jazz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621524" y="1783080"/>
            <a:ext cx="8915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621524" y="1856232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667244" y="2130552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· steady · jazz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64224" y="34107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drift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364224" y="3776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Auto-versioned timeline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64224" y="4087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persona update auto-snapshots a PersonaVersion. Side-by-side compare answers: how have I evolved?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Selves  ·  Kolli · Boyapally · Karra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surface &amp; client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 REST contract on the back, modern Angular standalone on the front.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937760" cy="41148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80744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endpoints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1737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/auth/register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94760" y="1737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returns JWT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937760" cy="292608"/>
          </a:xfrm>
          <a:prstGeom prst="rect">
            <a:avLst/>
          </a:prstGeom>
          <a:solidFill>
            <a:srgbClr val="F7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029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0299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2029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returns JWT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3225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POST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23225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/personas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2322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create persona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4937760" cy="292608"/>
          </a:xfrm>
          <a:prstGeom prst="rect">
            <a:avLst/>
          </a:prstGeom>
          <a:solidFill>
            <a:srgbClr val="F7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6151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 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26151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/personas/:id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4760" y="26151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delete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2907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2907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/personas/:id/history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94760" y="2907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4937760" cy="292608"/>
          </a:xfrm>
          <a:prstGeom prst="rect">
            <a:avLst/>
          </a:prstGeom>
          <a:solidFill>
            <a:srgbClr val="F7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200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0" y="3200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/matches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94760" y="3200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matches, sorted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4930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45920" y="3493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/matches/score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94760" y="34930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recompute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785616"/>
            <a:ext cx="4937760" cy="292608"/>
          </a:xfrm>
          <a:prstGeom prst="rect">
            <a:avLst/>
          </a:prstGeom>
          <a:solidFill>
            <a:srgbClr val="F7F3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37856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45920" y="37856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/matches/:id/report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94760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AI report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4078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45920" y="40782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/ai/report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94760" y="40782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narrative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77840" y="1325880"/>
            <a:ext cx="3108960" cy="3337560"/>
          </a:xfrm>
          <a:prstGeom prst="rect">
            <a:avLst/>
          </a:prstGeom>
          <a:solidFill>
            <a:srgbClr val="1F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0644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Angular 17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806440" y="1856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B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patterns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806440" y="2194560"/>
            <a:ext cx="2651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F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— no NgModule, lazy-loaded via loadComponent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F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expose BehaviorSubjects, components consume with async pipe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F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 localStorage → authInterceptor attaches → authGuard protects routes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F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Light/dark + 4 accent themes (violet, cyan, rose, lime), persisted locally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F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routes — dashboard, personas, matches, connect, graph, drift, profile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Selves  ·  Kolli · Boyapally · Karra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4114800" cy="4114800"/>
          </a:xfrm>
          <a:prstGeom prst="ellipse">
            <a:avLst/>
          </a:prstGeom>
          <a:solidFill>
            <a:srgbClr val="6D2E46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E8A87C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 social platform — from schema to swipe.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B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components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560320" y="2441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B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63440" y="2441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B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matches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766560" y="2441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B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8A8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maya@parallel.app</a:t>
            </a: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demo1234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D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demo users  ·  11 personas  ·  pre-seeded matches and AI reports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BD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812</Words>
  <Application>Microsoft Macintosh PowerPoint</Application>
  <PresentationFormat>On-screen Show (16:9)</PresentationFormat>
  <Paragraphs>176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Selves</dc:title>
  <dc:subject>PptxGenJS Presentation</dc:subject>
  <dc:creator>Srikar Kolli, Dhanya Boyapally, Krishna Karra</dc:creator>
  <cp:lastModifiedBy>Kolli, Sai Srikar Reddy (MU-Student)</cp:lastModifiedBy>
  <cp:revision>2</cp:revision>
  <dcterms:created xsi:type="dcterms:W3CDTF">2026-05-08T15:37:00Z</dcterms:created>
  <dcterms:modified xsi:type="dcterms:W3CDTF">2026-05-08T20:46:47Z</dcterms:modified>
</cp:coreProperties>
</file>